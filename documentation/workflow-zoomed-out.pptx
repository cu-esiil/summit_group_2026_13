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67A8-BEB2-9F5D-325A-359467F8A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9E9AB-D64C-85A1-1480-282FC7EF7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B442-CD80-C504-437A-75CA64EC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8D4E8-D0EB-1C45-DBDA-5B664B21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4E0FE-593D-B6A4-910E-E1175381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7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E0A1-84E8-B02A-0E92-AAB94FA9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DF7E-DB98-B4A7-74DA-F91029DDD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E926F-583D-4484-30F5-00672A05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CC265-5C22-0415-7842-B65C934E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A595-90C9-7C7F-6474-9B42849B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8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1D0B-BA2A-FF12-1608-BD651520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7F23-104A-166E-03D2-F53454234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2550-9CE4-6423-AECF-D431EB416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F8501-39FF-A54F-3FB0-682191E9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3580B-87DA-C4DA-65AC-A06A934B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0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BDCD-F551-0AE5-4958-61DAB43A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91DB-D291-13D7-8201-8040C9FE7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A729F-AD51-05F7-FB33-E1D4E7552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CB3A9-0844-C4AC-B2FA-AA451A02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8CE55-6C8D-AE8C-678F-1DA76F06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C7A2D-A2FB-A195-3A50-2D95B0AA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1ED4-1A9E-6AC4-1462-0F4ECB55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318A6-384E-4F37-C44D-EC45FB36B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4017E-3A3F-E8A5-38BD-8962F7EA3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B8494-CF16-6E3C-EE0C-79D988634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F7D92-D391-CFDE-4898-FF4395EBE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7A5F9-6377-E9F7-64A6-3F52F877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89F0D-5BB1-68D4-318C-E502B621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98583-B321-06AE-4B25-6298115D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2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99B1-0C70-5433-2950-8F7DC27B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3A36A-4485-A8DF-ED21-389BDED7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36BE1-DABD-2583-E223-583DA167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092F6-BB8C-DA58-CB41-F2D9A173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9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67C9F-78E7-6CA7-70FF-4AE5CD29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983A3-0190-0839-9C19-DFA57F9D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732D8-C01A-12CD-50C8-E6138E5C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9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D17F-187E-CB3D-FAA0-18A746CA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460A-42B7-500B-0EDE-7642A39E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450E6-FD67-C30C-5966-E9EEE03FB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4A4F2-1CA2-D8A0-503B-DA2724288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EC41E-038F-48BA-3DF6-C7940608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0B639-6A82-C7B3-5281-5C3DC46E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6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50E8-D815-FEF1-FCF0-FB0ACB9DD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4196C-85BE-50E5-9583-A00CBC7F7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6741F-8E2C-91F1-465B-74FAC6DF3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2A6C5-1B0E-C1B7-A359-1D8592FE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5FE4E-43D6-E185-717F-587022DE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3B8B9-37E9-31AE-2DD3-68AF86E8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E43-E6E9-4416-A82C-FFD0D784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BB44E-EC37-2B96-7E08-28E8F37CF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E8D52-8E10-1A68-71E4-0C9497690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C6C6-06B9-B8E7-4987-42C4601A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4C86-BF19-9B85-06DB-03E39258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1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28202-A63F-7D56-FDFD-CE63AE217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23833-3C35-CE08-7C59-FF084E06B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554C0-332C-F876-94E6-BE114D9E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06E95-2E38-B2D3-CB3F-9D25EF83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A09D-A550-CA61-0F66-ED7FF00A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8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20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D5376-10CE-3D98-1627-8E8B55119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F5237-E593-98A1-C9CB-67B3C3DDC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B03EE-1415-FAC2-77C2-D736E21B2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E6564-6775-E349-A91B-4E609DB14EF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2659-F2A9-0D24-250C-900EBA140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BABC0-E5A8-CBE3-9F59-633B0BA1D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6A281-C244-9046-A29B-347082E17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697625-1C66-8087-5319-E7C2FE8A0DE4}"/>
              </a:ext>
            </a:extLst>
          </p:cNvPr>
          <p:cNvSpPr/>
          <p:nvPr/>
        </p:nvSpPr>
        <p:spPr>
          <a:xfrm>
            <a:off x="104206" y="1448451"/>
            <a:ext cx="1604759" cy="750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7" dirty="0"/>
              <a:t>Geospatial </a:t>
            </a:r>
            <a:r>
              <a:rPr lang="en-US" sz="1467" dirty="0" err="1"/>
              <a:t>dataç</a:t>
            </a:r>
            <a:endParaRPr lang="en-US" sz="1467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32B2D-4DDD-0BB5-9148-1C0AFC37529D}"/>
              </a:ext>
            </a:extLst>
          </p:cNvPr>
          <p:cNvSpPr/>
          <p:nvPr/>
        </p:nvSpPr>
        <p:spPr>
          <a:xfrm>
            <a:off x="104191" y="2603564"/>
            <a:ext cx="1604759" cy="750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TEXTs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2DD8C-B6C7-58DE-4562-C90A6121EBFA}"/>
              </a:ext>
            </a:extLst>
          </p:cNvPr>
          <p:cNvSpPr/>
          <p:nvPr/>
        </p:nvSpPr>
        <p:spPr>
          <a:xfrm>
            <a:off x="104206" y="3626989"/>
            <a:ext cx="1724588" cy="152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Weather data (historical and projected data)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55871-88B2-2241-1368-9112682C5C0D}"/>
              </a:ext>
            </a:extLst>
          </p:cNvPr>
          <p:cNvSpPr/>
          <p:nvPr/>
        </p:nvSpPr>
        <p:spPr>
          <a:xfrm>
            <a:off x="1920195" y="2216316"/>
            <a:ext cx="1604759" cy="1142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/>
              <a:t>Cassie LLM adapted workflow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C18E1-C067-3D85-11F5-BD7B0643B9BE}"/>
              </a:ext>
            </a:extLst>
          </p:cNvPr>
          <p:cNvSpPr txBox="1"/>
          <p:nvPr/>
        </p:nvSpPr>
        <p:spPr>
          <a:xfrm>
            <a:off x="3790508" y="2333981"/>
            <a:ext cx="160476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/>
              <a:t>Geosjson</a:t>
            </a:r>
            <a:endParaRPr lang="en-US" sz="1600" dirty="0"/>
          </a:p>
          <a:p>
            <a:r>
              <a:rPr lang="en-US" sz="1600" dirty="0" err="1"/>
              <a:t>Geotif</a:t>
            </a:r>
            <a:r>
              <a:rPr lang="en-US" sz="1600" dirty="0"/>
              <a:t>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3682E-5177-66B1-E1BF-CDA4511E2A33}"/>
              </a:ext>
            </a:extLst>
          </p:cNvPr>
          <p:cNvSpPr txBox="1"/>
          <p:nvPr/>
        </p:nvSpPr>
        <p:spPr>
          <a:xfrm>
            <a:off x="5731917" y="1079720"/>
            <a:ext cx="1964256" cy="34163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BA701-71D7-A18E-8095-346584111632}"/>
              </a:ext>
            </a:extLst>
          </p:cNvPr>
          <p:cNvSpPr/>
          <p:nvPr/>
        </p:nvSpPr>
        <p:spPr>
          <a:xfrm>
            <a:off x="5931893" y="1977032"/>
            <a:ext cx="1604759" cy="750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F7237-CDF1-BF21-E12A-AF374F763A33}"/>
              </a:ext>
            </a:extLst>
          </p:cNvPr>
          <p:cNvSpPr/>
          <p:nvPr/>
        </p:nvSpPr>
        <p:spPr>
          <a:xfrm>
            <a:off x="5922661" y="2931051"/>
            <a:ext cx="1604759" cy="750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DRASTIC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D67771-AE85-E7AE-25C5-31E4ED8AB683}"/>
              </a:ext>
            </a:extLst>
          </p:cNvPr>
          <p:cNvSpPr txBox="1"/>
          <p:nvPr/>
        </p:nvSpPr>
        <p:spPr>
          <a:xfrm>
            <a:off x="7965332" y="1722453"/>
            <a:ext cx="1604760" cy="169277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Dashboard/ database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CB717-FD9E-0ECF-4C18-FE052F205333}"/>
              </a:ext>
            </a:extLst>
          </p:cNvPr>
          <p:cNvSpPr txBox="1"/>
          <p:nvPr/>
        </p:nvSpPr>
        <p:spPr>
          <a:xfrm>
            <a:off x="158242" y="5955079"/>
            <a:ext cx="11743917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Python package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491A3-9030-FBA8-43CE-D69F7555F2BA}"/>
              </a:ext>
            </a:extLst>
          </p:cNvPr>
          <p:cNvSpPr txBox="1"/>
          <p:nvPr/>
        </p:nvSpPr>
        <p:spPr>
          <a:xfrm>
            <a:off x="10038562" y="1964647"/>
            <a:ext cx="2231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Relative vulnerability index</a:t>
            </a:r>
          </a:p>
          <a:p>
            <a:endParaRPr lang="en-US" sz="1600" dirty="0"/>
          </a:p>
          <a:p>
            <a:r>
              <a:rPr lang="en-US" sz="1600" dirty="0"/>
              <a:t>Water </a:t>
            </a:r>
            <a:r>
              <a:rPr lang="en-US" sz="1600" dirty="0" err="1"/>
              <a:t>avaibility</a:t>
            </a:r>
            <a:endParaRPr lang="en-US" sz="1600" dirty="0"/>
          </a:p>
          <a:p>
            <a:r>
              <a:rPr lang="en-US" sz="1600" dirty="0"/>
              <a:t> 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5462C9-C644-378F-7D5F-A80B8386A8AC}"/>
              </a:ext>
            </a:extLst>
          </p:cNvPr>
          <p:cNvSpPr txBox="1"/>
          <p:nvPr/>
        </p:nvSpPr>
        <p:spPr>
          <a:xfrm>
            <a:off x="7019113" y="5026386"/>
            <a:ext cx="160476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User inputs on process 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B9C61-2613-019F-6F07-D3E33B09EA68}"/>
              </a:ext>
            </a:extLst>
          </p:cNvPr>
          <p:cNvSpPr txBox="1"/>
          <p:nvPr/>
        </p:nvSpPr>
        <p:spPr>
          <a:xfrm>
            <a:off x="224033" y="118767"/>
            <a:ext cx="160476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Inputs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515837-190A-4F93-A3A3-C4EEE671E152}"/>
              </a:ext>
            </a:extLst>
          </p:cNvPr>
          <p:cNvSpPr txBox="1"/>
          <p:nvPr/>
        </p:nvSpPr>
        <p:spPr>
          <a:xfrm>
            <a:off x="2819193" y="147611"/>
            <a:ext cx="160476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Data harmonization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4E1A78-47EC-3B32-C62A-0C457D24F968}"/>
              </a:ext>
            </a:extLst>
          </p:cNvPr>
          <p:cNvSpPr txBox="1"/>
          <p:nvPr/>
        </p:nvSpPr>
        <p:spPr>
          <a:xfrm>
            <a:off x="5414353" y="49474"/>
            <a:ext cx="160476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Process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B821E0-0FA8-58C0-81CC-F6D6C5EE8CC5}"/>
              </a:ext>
            </a:extLst>
          </p:cNvPr>
          <p:cNvSpPr txBox="1"/>
          <p:nvPr/>
        </p:nvSpPr>
        <p:spPr>
          <a:xfrm>
            <a:off x="9236181" y="172208"/>
            <a:ext cx="160476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Outputs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4B6289-26D7-DE67-2B38-83E86F23C8C0}"/>
              </a:ext>
            </a:extLst>
          </p:cNvPr>
          <p:cNvCxnSpPr>
            <a:cxnSpLocks/>
          </p:cNvCxnSpPr>
          <p:nvPr/>
        </p:nvCxnSpPr>
        <p:spPr>
          <a:xfrm flipH="1" flipV="1">
            <a:off x="6866021" y="4526817"/>
            <a:ext cx="547811" cy="499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1A6C7A-420F-D341-F01C-33CE6331CA46}"/>
              </a:ext>
            </a:extLst>
          </p:cNvPr>
          <p:cNvCxnSpPr>
            <a:cxnSpLocks/>
          </p:cNvCxnSpPr>
          <p:nvPr/>
        </p:nvCxnSpPr>
        <p:spPr>
          <a:xfrm flipV="1">
            <a:off x="7821494" y="3378183"/>
            <a:ext cx="1006841" cy="171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4E4004-25AB-BE24-F0A8-7BEC6247F79D}"/>
              </a:ext>
            </a:extLst>
          </p:cNvPr>
          <p:cNvCxnSpPr>
            <a:cxnSpLocks/>
          </p:cNvCxnSpPr>
          <p:nvPr/>
        </p:nvCxnSpPr>
        <p:spPr>
          <a:xfrm>
            <a:off x="1708950" y="1738256"/>
            <a:ext cx="368340" cy="38596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903789-0697-AE84-06EA-41213CDD78EB}"/>
              </a:ext>
            </a:extLst>
          </p:cNvPr>
          <p:cNvCxnSpPr>
            <a:cxnSpLocks/>
          </p:cNvCxnSpPr>
          <p:nvPr/>
        </p:nvCxnSpPr>
        <p:spPr>
          <a:xfrm>
            <a:off x="1551855" y="2800980"/>
            <a:ext cx="525435" cy="1866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A9A9A2-7978-EAF8-A3F9-8FEEE62AAF5C}"/>
              </a:ext>
            </a:extLst>
          </p:cNvPr>
          <p:cNvCxnSpPr>
            <a:cxnSpLocks/>
          </p:cNvCxnSpPr>
          <p:nvPr/>
        </p:nvCxnSpPr>
        <p:spPr>
          <a:xfrm flipV="1">
            <a:off x="1749664" y="3486419"/>
            <a:ext cx="727237" cy="801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A1A880-08B7-8118-B435-3CA12C3D00DF}"/>
              </a:ext>
            </a:extLst>
          </p:cNvPr>
          <p:cNvCxnSpPr>
            <a:cxnSpLocks/>
          </p:cNvCxnSpPr>
          <p:nvPr/>
        </p:nvCxnSpPr>
        <p:spPr>
          <a:xfrm>
            <a:off x="3391780" y="2641755"/>
            <a:ext cx="525435" cy="1866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0A711C8-DD62-0C0A-7681-BF4E16B04071}"/>
              </a:ext>
            </a:extLst>
          </p:cNvPr>
          <p:cNvCxnSpPr>
            <a:cxnSpLocks/>
          </p:cNvCxnSpPr>
          <p:nvPr/>
        </p:nvCxnSpPr>
        <p:spPr>
          <a:xfrm>
            <a:off x="5238133" y="2641755"/>
            <a:ext cx="525435" cy="1866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F56356-8BF0-7260-394D-E742F31A33D9}"/>
              </a:ext>
            </a:extLst>
          </p:cNvPr>
          <p:cNvCxnSpPr>
            <a:cxnSpLocks/>
          </p:cNvCxnSpPr>
          <p:nvPr/>
        </p:nvCxnSpPr>
        <p:spPr>
          <a:xfrm>
            <a:off x="7577295" y="2679212"/>
            <a:ext cx="525435" cy="1866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7F86AE-C10A-6FAA-94D2-5F6418AB91F3}"/>
              </a:ext>
            </a:extLst>
          </p:cNvPr>
          <p:cNvCxnSpPr>
            <a:cxnSpLocks/>
          </p:cNvCxnSpPr>
          <p:nvPr/>
        </p:nvCxnSpPr>
        <p:spPr>
          <a:xfrm>
            <a:off x="9358625" y="2565564"/>
            <a:ext cx="679937" cy="2540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F9ADF7-174E-ABFF-E16C-9A48D8707889}"/>
              </a:ext>
            </a:extLst>
          </p:cNvPr>
          <p:cNvCxnSpPr>
            <a:cxnSpLocks/>
          </p:cNvCxnSpPr>
          <p:nvPr/>
        </p:nvCxnSpPr>
        <p:spPr>
          <a:xfrm flipV="1">
            <a:off x="9290457" y="2124216"/>
            <a:ext cx="748104" cy="1128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74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Tinant</dc:creator>
  <cp:lastModifiedBy>Jason Tinant</cp:lastModifiedBy>
  <cp:revision>1</cp:revision>
  <dcterms:created xsi:type="dcterms:W3CDTF">2026-05-14T20:45:03Z</dcterms:created>
  <dcterms:modified xsi:type="dcterms:W3CDTF">2026-05-14T20:45:45Z</dcterms:modified>
</cp:coreProperties>
</file>